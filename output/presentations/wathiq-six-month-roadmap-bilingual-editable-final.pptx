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db15d30a7664a95" /><Relationship Type="http://schemas.openxmlformats.org/officeDocument/2006/relationships/extended-properties" Target="/docProps/app.xml" Id="R6cecc7c15f9145aa" /><Relationship Type="http://schemas.openxmlformats.org/officeDocument/2006/relationships/officeDocument" Target="/ppt/presentation.xml" Id="Rfa142055c9b2487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fb791dfed3f4b27"/>
  </p:sldMasterIdLst>
  <p:notesMasterIdLst>
    <p:notesMasterId xmlns:r="http://schemas.openxmlformats.org/officeDocument/2006/relationships" r:id="R0dc0a083d4b84f9e"/>
  </p:notesMasterIdLst>
  <p:sldIdLst>
    <p:sldId xmlns:r="http://schemas.openxmlformats.org/officeDocument/2006/relationships" id="256" r:id="Rfc4fa73b85ce4699"/>
    <p:sldId xmlns:r="http://schemas.openxmlformats.org/officeDocument/2006/relationships" id="257" r:id="R86aa1b03fc7040da"/>
  </p:sldIdLst>
  <p:sldSz cx="11430000" cy="64293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87174990edb4b8c" /><Relationship Type="http://schemas.openxmlformats.org/officeDocument/2006/relationships/slideMaster" Target="/ppt/slideMasters/slideMaster1.xml" Id="R4fb791dfed3f4b27" /><Relationship Type="http://schemas.openxmlformats.org/officeDocument/2006/relationships/notesMaster" Target="/ppt/notesMasters/notesMaster1.xml" Id="R0dc0a083d4b84f9e" /><Relationship Type="http://schemas.openxmlformats.org/officeDocument/2006/relationships/presProps" Target="/ppt/presProps.xml" Id="R122e29dd51b44676" /><Relationship Type="http://schemas.openxmlformats.org/officeDocument/2006/relationships/tableStyles" Target="/ppt/tableStyles.xml" Id="R86543901f49c48bf" /><Relationship Type="http://schemas.openxmlformats.org/officeDocument/2006/relationships/slide" Target="/ppt/slides/slide1.xml" Id="Rfc4fa73b85ce4699" /><Relationship Type="http://schemas.openxmlformats.org/officeDocument/2006/relationships/slide" Target="/ppt/slides/slide2.xml" Id="R86aa1b03fc7040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2bc8fb368b5489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27588aa0e9449c" /><Relationship Type="http://schemas.openxmlformats.org/officeDocument/2006/relationships/notesMaster" Target="/ppt/notesMasters/notesMaster1.xml" Id="R934975848ba247e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3b8c0cd6d064e96" /><Relationship Type="http://schemas.openxmlformats.org/officeDocument/2006/relationships/notesMaster" Target="/ppt/notesMasters/notesMaster1.xml" Id="R68ea8764e14f48b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26e2bafa004ad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10e5193b6e475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9750796dbb4a7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fc89b1283a442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a4ffd841034f3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85e511744c464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7A9760E-8371-44C1-9E01-81D837FB49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43000" y="2428875"/>
            <a:ext cx="9144000" cy="928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5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30EDF62-7359-4B49-99F2-96B569F20F7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714500" y="3536156"/>
            <a:ext cx="8001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4B28813-F35D-4903-84C3-DA7784B56F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43000" y="2678906"/>
            <a:ext cx="9144000" cy="1071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93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DB279B7-1E50-4FD5-AE0F-F1BC9824DD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2938" y="500063"/>
            <a:ext cx="10144125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51EE886-9B04-46E3-A144-5757D00453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42938" y="1785938"/>
            <a:ext cx="10144125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4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1pPr>
            <a:lvl2pPr marL="5000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2pPr>
            <a:lvl3pPr marL="7858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3pPr>
            <a:lvl4pPr marL="10715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4pPr>
            <a:lvl5pPr marL="1357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5pPr>
            <a:lvl6pPr marL="16430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6pPr>
            <a:lvl7pPr marL="19288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7pPr>
            <a:lvl8pPr marL="22145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8pPr>
            <a:lvl9pPr marL="2500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EBB1376-EFF3-444A-B112-D16E5F4836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2938" y="500063"/>
            <a:ext cx="10144125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A1C28F5-E739-4544-BC61-31258B5CEC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42938" y="1785938"/>
            <a:ext cx="4714875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4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1pPr>
            <a:lvl2pPr marL="5000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2pPr>
            <a:lvl3pPr marL="7858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3pPr>
            <a:lvl4pPr marL="10715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4pPr>
            <a:lvl5pPr marL="1357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5pPr>
            <a:lvl6pPr marL="16430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6pPr>
            <a:lvl7pPr marL="19288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7pPr>
            <a:lvl8pPr marL="22145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8pPr>
            <a:lvl9pPr marL="2500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70B558C-47E3-4B8D-B3FF-5F712E0452A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72188" y="1785938"/>
            <a:ext cx="4714875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4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1pPr>
            <a:lvl2pPr marL="5000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2pPr>
            <a:lvl3pPr marL="7858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3pPr>
            <a:lvl4pPr marL="10715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4pPr>
            <a:lvl5pPr marL="1357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5pPr>
            <a:lvl6pPr marL="16430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6pPr>
            <a:lvl7pPr marL="19288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7pPr>
            <a:lvl8pPr marL="22145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8pPr>
            <a:lvl9pPr marL="2500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5278A41-2046-46CC-B069-D58CA8A1AC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2938" y="500063"/>
            <a:ext cx="10144125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49BBA08-E898-4908-99A0-E76EB0A0F2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42938" y="1785938"/>
            <a:ext cx="4714875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4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1pPr>
            <a:lvl2pPr marL="5000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2pPr>
            <a:lvl3pPr marL="7858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3pPr>
            <a:lvl4pPr marL="10715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4pPr>
            <a:lvl5pPr marL="1357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5pPr>
            <a:lvl6pPr marL="16430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6pPr>
            <a:lvl7pPr marL="19288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7pPr>
            <a:lvl8pPr marL="22145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8pPr>
            <a:lvl9pPr marL="2500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1263c909b7e41a6" /><Relationship Type="http://schemas.openxmlformats.org/officeDocument/2006/relationships/slideLayout" Target="/ppt/slideLayouts/slideLayout1.xml" Id="Re01ec4f0e8b34ef2" /><Relationship Type="http://schemas.openxmlformats.org/officeDocument/2006/relationships/slideLayout" Target="/ppt/slideLayouts/slideLayout2.xml" Id="R7ca7729d82bd4ad3" /><Relationship Type="http://schemas.openxmlformats.org/officeDocument/2006/relationships/slideLayout" Target="/ppt/slideLayouts/slideLayout3.xml" Id="Rc46af3bf379b42c5" /><Relationship Type="http://schemas.openxmlformats.org/officeDocument/2006/relationships/slideLayout" Target="/ppt/slideLayouts/slideLayout4.xml" Id="R34ff9bedc3a84e37" /><Relationship Type="http://schemas.openxmlformats.org/officeDocument/2006/relationships/slideLayout" Target="/ppt/slideLayouts/slideLayout5.xml" Id="R1b05b04c6e3748a4" /><Relationship Type="http://schemas.openxmlformats.org/officeDocument/2006/relationships/slideLayout" Target="/ppt/slideLayouts/slideLayout6.xml" Id="Re2a3c98496ee4b6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01ec4f0e8b34ef2"/>
    <p:sldLayoutId xmlns:r="http://schemas.openxmlformats.org/officeDocument/2006/relationships" id="2147483650" r:id="R7ca7729d82bd4ad3"/>
    <p:sldLayoutId xmlns:r="http://schemas.openxmlformats.org/officeDocument/2006/relationships" id="2147483651" r:id="Rc46af3bf379b42c5"/>
    <p:sldLayoutId xmlns:r="http://schemas.openxmlformats.org/officeDocument/2006/relationships" id="2147483652" r:id="R34ff9bedc3a84e37"/>
    <p:sldLayoutId xmlns:r="http://schemas.openxmlformats.org/officeDocument/2006/relationships" id="2147483653" r:id="R1b05b04c6e3748a4"/>
    <p:sldLayoutId xmlns:r="http://schemas.openxmlformats.org/officeDocument/2006/relationships" id="2147483654" r:id="Re2a3c98496ee4b6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77aec84e4640bf" /><Relationship Type="http://schemas.openxmlformats.org/officeDocument/2006/relationships/image" Target="/ppt/media/image.png" Id="R567264661fa54178" /><Relationship Type="http://schemas.openxmlformats.org/officeDocument/2006/relationships/notesSlide" Target="/ppt/notesSlides/notesSlide1.xml" Id="R6548ec9fd7934d9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6cf005d2824c22" /><Relationship Type="http://schemas.openxmlformats.org/officeDocument/2006/relationships/image" Target="/ppt/media/image2.png" Id="Rf6a96c1255fe4890" /><Relationship Type="http://schemas.openxmlformats.org/officeDocument/2006/relationships/notesSlide" Target="/ppt/notesSlides/notesSlide2.xml" Id="R24cb77eb8f9a438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7D07ABF-610F-448E-996A-09BC91DC35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7264661fa54178"/>
          <a:stretch xmlns:a="http://schemas.openxmlformats.org/drawingml/2006/main"/>
        </p:blipFill>
        <p:spPr>
          <a:xfrm xmlns:a="http://schemas.openxmlformats.org/drawingml/2006/main">
            <a:off x="0" y="0"/>
            <a:ext cx="11430000" cy="64293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ECB029-D8D0-4B49-9580-A5A0C8117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230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230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04B"/>
                </a:solidFill>
                <a:latin typeface="Arial"/>
                <a:ea typeface="Arial"/>
                <a:cs typeface="Arial"/>
              </a:rPr>
              <a:t>WATHIQ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C756D7-2FBC-4715-ABF2-3A5B26DD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90575"/>
            <a:ext cx="904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230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2304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04B"/>
                </a:solidFill>
                <a:latin typeface="Arial"/>
                <a:ea typeface="Arial"/>
                <a:cs typeface="Arial"/>
              </a:rPr>
              <a:t>Six-month 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417D71-80BF-4611-A168-E9F1DC0F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22872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Monthly phases and planned activities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F1C6F2-684D-459C-8203-36D924147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457200"/>
            <a:ext cx="1323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779"/>
                </a:solidFill>
                <a:latin typeface="Arial"/>
                <a:ea typeface="Arial"/>
                <a:cs typeface="Arial"/>
              </a:rPr>
              <a:t>M1  -  M6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31E44C-3056-4D19-8564-5077A30FB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864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" b="1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75" b="1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526779"/>
                </a:solidFill>
                <a:latin typeface="Arial"/>
                <a:ea typeface="Arial"/>
                <a:cs typeface="Arial"/>
              </a:rPr>
              <a:t>PLANNING HORIZON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DA1B10-5F88-4ED0-996D-29BED620B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864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M1-M6 represent consecutive project months.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1090FF-C495-4C86-89D5-4BFF119C4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657850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25" b="1">
                <a:solidFill>
                  <a:srgbClr val="1230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12304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2304B"/>
                </a:solidFill>
                <a:latin typeface="Arial"/>
                <a:ea typeface="Arial"/>
                <a:cs typeface="Arial"/>
              </a:rPr>
              <a:t>WATHIQ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8FB5C7-8B8B-41B2-A4A2-88109DD2F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83832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A45535-74F0-4517-8877-F51598B26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1314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230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2304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304B"/>
                </a:solidFill>
                <a:latin typeface="Arial"/>
                <a:ea typeface="Arial"/>
                <a:cs typeface="Arial"/>
              </a:rPr>
              <a:t>Destruction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E7ED3B-5E90-48EC-8875-D136B9137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743325"/>
            <a:ext cx="1209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Design and</a:t>
            </a:r>
          </a:p>
          <a:p xmlns:a="http://schemas.openxmlformats.org/drawingml/2006/main">
            <a: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specifications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4B74DC-50A1-45C0-8549-C5FE2ECB0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181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4906B4-D72A-4B6D-A420-2B11DE991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457700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Unit testing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916D14-1744-4309-8FC7-FE993181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3392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User testing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87484C-02AC-4152-8851-20FAFDEC5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83832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4D4637-AB89-48AF-B0D9-194F93B9F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3124200"/>
            <a:ext cx="1314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230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2304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304B"/>
                </a:solidFill>
                <a:latin typeface="Arial"/>
                <a:ea typeface="Arial"/>
                <a:cs typeface="Arial"/>
              </a:rPr>
              <a:t>Transfer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B19838-2F63-47EB-B574-A95237EA4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743325"/>
            <a:ext cx="1209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Design and</a:t>
            </a:r>
          </a:p>
          <a:p xmlns:a="http://schemas.openxmlformats.org/drawingml/2006/main">
            <a: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specifications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182A7B-8571-45F1-882A-41ECD2077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181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8FF38D-35CE-4FCE-BC7C-DC1278F49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457700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Unit testing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632D01-9A6D-44B6-BA51-F1061485A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73392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User testing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7255E1-A88F-47C8-B7BF-0A9DB1C5F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83832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C02261-ABA2-4D7D-A98C-33935E9D7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124200"/>
            <a:ext cx="1314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230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2304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304B"/>
                </a:solidFill>
                <a:latin typeface="Arial"/>
                <a:ea typeface="Arial"/>
                <a:cs typeface="Arial"/>
              </a:rPr>
              <a:t>Selective transfer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8CA176-CFEE-4123-B205-48F95A055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743325"/>
            <a:ext cx="1209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Design and</a:t>
            </a:r>
          </a:p>
          <a:p xmlns:a="http://schemas.openxmlformats.org/drawingml/2006/main">
            <a: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specifications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87B4E1-2831-4DFF-94D8-F5AE46D4A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181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988B4D-8E3A-4F3E-9ED2-F9E559DE3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457700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Unit testing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743A2C-CF0D-470E-908B-1DDD2D586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73392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User testing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F98F30-9CBD-4735-8E17-45ED7F352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3832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D8C505-2952-42FE-BD29-65E363F7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124200"/>
            <a:ext cx="1314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230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2304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304B"/>
                </a:solidFill>
                <a:latin typeface="Arial"/>
                <a:ea typeface="Arial"/>
                <a:cs typeface="Arial"/>
              </a:rPr>
              <a:t>Testing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2EDF5A-DEA9-4FB2-86DB-16940FD27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74332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System testing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821830-472F-4116-80B6-5B5187AD7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019550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Focus group testing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632950-83D5-4CB1-A301-AEB3DB0A8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2957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Load testing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E20537-2698-4A23-A461-92BAE7326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572000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Volume testing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4A8CB8-3FB1-4705-A829-AF8D50F24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183832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D3A5809-D029-4722-94AD-07EC0E6D5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124200"/>
            <a:ext cx="1314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230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2304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304B"/>
                </a:solidFill>
                <a:latin typeface="Arial"/>
                <a:ea typeface="Arial"/>
                <a:cs typeface="Arial"/>
              </a:rPr>
              <a:t>Enhancement and</a:t>
            </a:r>
          </a:p>
          <a:p xmlns:a="http://schemas.openxmlformats.org/drawingml/2006/main">
            <a:pPr algn="l">
              <a:defRPr sz="1200" b="1">
                <a:solidFill>
                  <a:srgbClr val="12304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304B"/>
                </a:solidFill>
                <a:latin typeface="Arial"/>
                <a:ea typeface="Arial"/>
                <a:cs typeface="Arial"/>
              </a:rPr>
              <a:t>issue resolution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CD5C683-9375-4262-82B7-D95872DFD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74332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UI enhancements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3A97899-4A8A-404F-B276-709383642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19550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Change requests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4A87932-6479-4E55-8D35-B6D6FF3A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2957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Bug fixing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5700CA1-4E09-4E46-96B3-3BBAF1346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83832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E325FD1-93F3-4D65-AE84-8D5B6765C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124200"/>
            <a:ext cx="1314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230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2304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304B"/>
                </a:solidFill>
                <a:latin typeface="Arial"/>
                <a:ea typeface="Arial"/>
                <a:cs typeface="Arial"/>
              </a:rPr>
              <a:t>Documentation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284F4BC-3684-40DE-B554-FB766148F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74332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User manual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C0D259C-F648-4283-A76F-7BC41E2FF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19550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Admin manuals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E6C6310-5323-41D5-880F-69671A6C5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2957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System documentation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0C951A6-43D9-4CE6-A4A2-F6227E73A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572000"/>
            <a:ext cx="1209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Operations</a:t>
            </a:r>
          </a:p>
          <a:p xmlns:a="http://schemas.openxmlformats.org/drawingml/2006/main">
            <a: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documentation</a:t>
            </a:r>
          </a:p>
        </p:txBody>
      </p:sp>
    </p:spTree>
    <p:extLst>
      <p:ext uri="{BB962C8B-B14F-4D97-AF65-F5344CB8AC3E}">
        <p14:creationId xmlns:p14="http://schemas.microsoft.com/office/powerpoint/2010/main" val="16260069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F2BA72D-315A-4F76-9855-5EBDB24910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a96c1255fe4890"/>
          <a:stretch xmlns:a="http://schemas.openxmlformats.org/drawingml/2006/main"/>
        </p:blipFill>
        <p:spPr>
          <a:xfrm xmlns:a="http://schemas.openxmlformats.org/drawingml/2006/main">
            <a:off x="0" y="0"/>
            <a:ext cx="11430000" cy="64293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AC9E5C-95FD-4900-B1CE-6968C1FDE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09575"/>
            <a:ext cx="3810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1230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defRPr sz="1800" b="1">
                <a:solidFill>
                  <a:srgbClr val="12304B"/>
                </a:solidFill>
                <a:latin typeface="Arial"/>
                <a:ea typeface="Arial"/>
                <a:cs typeface="Arial"/>
              </a:defRPr>
            </a:pPr>
            <a:r>
              <a:rPr sz="1800" b="1" lang="ar-SA">
                <a:solidFill>
                  <a:srgbClr val="12304B"/>
                </a:solidFill>
                <a:latin typeface="Arial"/>
                <a:ea typeface="Arial"/>
                <a:cs typeface="Arial"/>
              </a:rPr>
              <a:t>وثيق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8F5DC5-24E8-46ED-AEDD-3AFBE4807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752475"/>
            <a:ext cx="904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550" b="1">
                <a:solidFill>
                  <a:srgbClr val="1230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defRPr sz="2550" b="1">
                <a:solidFill>
                  <a:srgbClr val="12304B"/>
                </a:solidFill>
                <a:latin typeface="Arial"/>
                <a:ea typeface="Arial"/>
                <a:cs typeface="Arial"/>
              </a:defRPr>
            </a:pPr>
            <a:r>
              <a:rPr sz="2550" b="1" lang="ar-SA">
                <a:solidFill>
                  <a:srgbClr val="12304B"/>
                </a:solidFill>
                <a:latin typeface="Arial"/>
                <a:ea typeface="Arial"/>
                <a:cs typeface="Arial"/>
              </a:rPr>
              <a:t>خارطة الطريق لستة أشهر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5E5C9E-FAF1-423C-B18D-14AC216FF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219200"/>
            <a:ext cx="904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00" b="0" lang="ar-SA">
                <a:solidFill>
                  <a:srgbClr val="526779"/>
                </a:solidFill>
                <a:latin typeface="Arial"/>
                <a:ea typeface="Arial"/>
                <a:cs typeface="Arial"/>
              </a:rPr>
              <a:t>المراحل الشهرية والأنشطة المخططة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FF31B1-D553-472E-9C7D-E11B0CD53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1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defRPr sz="975" b="1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975" b="1" lang="ar-SA">
                <a:solidFill>
                  <a:srgbClr val="526779"/>
                </a:solidFill>
                <a:latin typeface="Arial"/>
                <a:ea typeface="Arial"/>
                <a:cs typeface="Arial"/>
              </a:rPr>
              <a:t>خطة من ستة أشهر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F2DF53-339A-47F8-BA7E-518AE8FCA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4768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25" b="1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defRPr sz="825" b="1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825" b="1" lang="ar-SA">
                <a:solidFill>
                  <a:srgbClr val="526779"/>
                </a:solidFill>
                <a:latin typeface="Arial"/>
                <a:ea typeface="Arial"/>
                <a:cs typeface="Arial"/>
              </a:rPr>
              <a:t>الإطار الزمني للخطة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12F408-84D8-4042-99C3-35978F2DD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68642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900" b="0" lang="ar-SA">
                <a:solidFill>
                  <a:srgbClr val="526779"/>
                </a:solidFill>
                <a:latin typeface="Arial"/>
                <a:ea typeface="Arial"/>
                <a:cs typeface="Arial"/>
              </a:rPr>
              <a:t>تمثل الأشهر من الأول إلى السادس أشهر المشروع المتتالية.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A3FAB9-63D9-4734-B275-D4F8C7497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0225"/>
            <a:ext cx="542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1">
                <a:solidFill>
                  <a:srgbClr val="1230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defRPr sz="1200" b="1">
                <a:solidFill>
                  <a:srgbClr val="12304B"/>
                </a:solidFill>
                <a:latin typeface="Arial"/>
                <a:ea typeface="Arial"/>
                <a:cs typeface="Arial"/>
              </a:defRPr>
            </a:pPr>
            <a:r>
              <a:rPr sz="1200" b="1" lang="ar-SA">
                <a:solidFill>
                  <a:srgbClr val="12304B"/>
                </a:solidFill>
                <a:latin typeface="Arial"/>
                <a:ea typeface="Arial"/>
                <a:cs typeface="Arial"/>
              </a:rPr>
              <a:t>وثيق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CCF4D0-F4FA-4319-96AD-8D8B34376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83832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الشهر 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69C575-7D85-4E78-90AF-EE7CB91C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124200"/>
            <a:ext cx="1314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1">
                <a:solidFill>
                  <a:srgbClr val="1230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defRPr sz="1200" b="1">
                <a:solidFill>
                  <a:srgbClr val="12304B"/>
                </a:solidFill>
                <a:latin typeface="Arial"/>
                <a:ea typeface="Arial"/>
                <a:cs typeface="Arial"/>
              </a:defRPr>
            </a:pPr>
            <a:r>
              <a:rPr sz="1200" b="1" lang="ar-SA">
                <a:solidFill>
                  <a:srgbClr val="12304B"/>
                </a:solidFill>
                <a:latin typeface="Arial"/>
                <a:ea typeface="Arial"/>
                <a:cs typeface="Arial"/>
              </a:rPr>
              <a:t>الإتلاف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236DCD-55BC-42A0-9B46-09802F5DF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781425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900" b="0" lang="ar-SA">
                <a:solidFill>
                  <a:srgbClr val="526779"/>
                </a:solidFill>
                <a:latin typeface="Arial"/>
                <a:ea typeface="Arial"/>
                <a:cs typeface="Arial"/>
              </a:rPr>
              <a:t>التصميم والمواصفات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793EDA-1EF9-46E5-95F2-EF2FD1616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076700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900" b="0" lang="ar-SA">
                <a:solidFill>
                  <a:srgbClr val="526779"/>
                </a:solidFill>
                <a:latin typeface="Arial"/>
                <a:ea typeface="Arial"/>
                <a:cs typeface="Arial"/>
              </a:rPr>
              <a:t>التنفيذ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C4EBD1-7857-4AEB-9582-776A37356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371975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900" b="0" lang="ar-SA">
                <a:solidFill>
                  <a:srgbClr val="526779"/>
                </a:solidFill>
                <a:latin typeface="Arial"/>
                <a:ea typeface="Arial"/>
                <a:cs typeface="Arial"/>
              </a:rPr>
              <a:t>اختبار الوحدات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6D1540-B094-42D5-8253-2F2E85B13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667250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900" b="0" lang="ar-SA">
                <a:solidFill>
                  <a:srgbClr val="526779"/>
                </a:solidFill>
                <a:latin typeface="Arial"/>
                <a:ea typeface="Arial"/>
                <a:cs typeface="Arial"/>
              </a:rPr>
              <a:t>اختبار المستخدمين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576662-BA60-4880-A495-E0AE46B5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183832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الشهر 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6E7FFF-6C0F-4713-A0C8-B06D606AD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124200"/>
            <a:ext cx="1314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1">
                <a:solidFill>
                  <a:srgbClr val="1230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defRPr sz="1200" b="1">
                <a:solidFill>
                  <a:srgbClr val="12304B"/>
                </a:solidFill>
                <a:latin typeface="Arial"/>
                <a:ea typeface="Arial"/>
                <a:cs typeface="Arial"/>
              </a:defRPr>
            </a:pPr>
            <a:r>
              <a:rPr sz="1200" b="1" lang="ar-SA">
                <a:solidFill>
                  <a:srgbClr val="12304B"/>
                </a:solidFill>
                <a:latin typeface="Arial"/>
                <a:ea typeface="Arial"/>
                <a:cs typeface="Arial"/>
              </a:rPr>
              <a:t>النقل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CA0049-C1EA-41B7-A40B-894EE50C2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781425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900" b="0" lang="ar-SA">
                <a:solidFill>
                  <a:srgbClr val="526779"/>
                </a:solidFill>
                <a:latin typeface="Arial"/>
                <a:ea typeface="Arial"/>
                <a:cs typeface="Arial"/>
              </a:rPr>
              <a:t>التصميم والمواصفات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B461E6-E621-483A-BED8-387C403A2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4076700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900" b="0" lang="ar-SA">
                <a:solidFill>
                  <a:srgbClr val="526779"/>
                </a:solidFill>
                <a:latin typeface="Arial"/>
                <a:ea typeface="Arial"/>
                <a:cs typeface="Arial"/>
              </a:rPr>
              <a:t>التنفيذ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45FD60-7F11-4AF1-AF0E-37717F5E0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4371975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900" b="0" lang="ar-SA">
                <a:solidFill>
                  <a:srgbClr val="526779"/>
                </a:solidFill>
                <a:latin typeface="Arial"/>
                <a:ea typeface="Arial"/>
                <a:cs typeface="Arial"/>
              </a:rPr>
              <a:t>اختبار الوحدات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3E15E3-1CE9-462D-8677-7F233FB4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4667250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900" b="0" lang="ar-SA">
                <a:solidFill>
                  <a:srgbClr val="526779"/>
                </a:solidFill>
                <a:latin typeface="Arial"/>
                <a:ea typeface="Arial"/>
                <a:cs typeface="Arial"/>
              </a:rPr>
              <a:t>اختبار المستخدمين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7BE262-E8C0-4519-B0FA-1EA9851E8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3832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الشهر 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F82E88-9FA2-4A33-977C-A233D3504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124200"/>
            <a:ext cx="1314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1">
                <a:solidFill>
                  <a:srgbClr val="1230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defRPr sz="1200" b="1">
                <a:solidFill>
                  <a:srgbClr val="12304B"/>
                </a:solidFill>
                <a:latin typeface="Arial"/>
                <a:ea typeface="Arial"/>
                <a:cs typeface="Arial"/>
              </a:defRPr>
            </a:pPr>
            <a:r>
              <a:rPr sz="1200" b="1" lang="ar-SA">
                <a:solidFill>
                  <a:srgbClr val="12304B"/>
                </a:solidFill>
                <a:latin typeface="Arial"/>
                <a:ea typeface="Arial"/>
                <a:cs typeface="Arial"/>
              </a:rPr>
              <a:t>النقل الانتقائي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B4B5C1-B47D-4645-A85E-F8717989D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781425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900" b="0" lang="ar-SA">
                <a:solidFill>
                  <a:srgbClr val="526779"/>
                </a:solidFill>
                <a:latin typeface="Arial"/>
                <a:ea typeface="Arial"/>
                <a:cs typeface="Arial"/>
              </a:rPr>
              <a:t>التصميم والمواصفات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2B5987-7818-4E97-9069-F91FFEA2B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076700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900" b="0" lang="ar-SA">
                <a:solidFill>
                  <a:srgbClr val="526779"/>
                </a:solidFill>
                <a:latin typeface="Arial"/>
                <a:ea typeface="Arial"/>
                <a:cs typeface="Arial"/>
              </a:rPr>
              <a:t>التنفيذ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6396BB-9841-4D9B-A463-3CCE09B90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371975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900" b="0" lang="ar-SA">
                <a:solidFill>
                  <a:srgbClr val="526779"/>
                </a:solidFill>
                <a:latin typeface="Arial"/>
                <a:ea typeface="Arial"/>
                <a:cs typeface="Arial"/>
              </a:rPr>
              <a:t>اختبار الوحدات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92A39A-4FA0-43BD-9103-59230E9B8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667250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900" b="0" lang="ar-SA">
                <a:solidFill>
                  <a:srgbClr val="526779"/>
                </a:solidFill>
                <a:latin typeface="Arial"/>
                <a:ea typeface="Arial"/>
                <a:cs typeface="Arial"/>
              </a:rPr>
              <a:t>اختبار المستخدمين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ABAA3A-BC25-4F8A-804F-7E22AB1D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83832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الشهر ٤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2AABD5-434C-4318-8CC9-7E80E3A99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124200"/>
            <a:ext cx="1314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1">
                <a:solidFill>
                  <a:srgbClr val="1230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defRPr sz="1200" b="1">
                <a:solidFill>
                  <a:srgbClr val="12304B"/>
                </a:solidFill>
                <a:latin typeface="Arial"/>
                <a:ea typeface="Arial"/>
                <a:cs typeface="Arial"/>
              </a:defRPr>
            </a:pPr>
            <a:r>
              <a:rPr sz="1200" b="1" lang="ar-SA">
                <a:solidFill>
                  <a:srgbClr val="12304B"/>
                </a:solidFill>
                <a:latin typeface="Arial"/>
                <a:ea typeface="Arial"/>
                <a:cs typeface="Arial"/>
              </a:rPr>
              <a:t>الاختبارات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180A97-1835-48D2-A8F4-70120E4B8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781425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900" b="0" lang="ar-SA">
                <a:solidFill>
                  <a:srgbClr val="526779"/>
                </a:solidFill>
                <a:latin typeface="Arial"/>
                <a:ea typeface="Arial"/>
                <a:cs typeface="Arial"/>
              </a:rPr>
              <a:t>اختبار النظام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04D17B-E84C-4F1A-95F2-9CFB66A5E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076700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900" b="0" lang="ar-SA">
                <a:solidFill>
                  <a:srgbClr val="526779"/>
                </a:solidFill>
                <a:latin typeface="Arial"/>
                <a:ea typeface="Arial"/>
                <a:cs typeface="Arial"/>
              </a:rPr>
              <a:t>اختبار المجموعة البؤرية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B3071E-7AB4-4E20-A2F6-6CE67BB9C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371975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900" b="0" lang="ar-SA">
                <a:solidFill>
                  <a:srgbClr val="526779"/>
                </a:solidFill>
                <a:latin typeface="Arial"/>
                <a:ea typeface="Arial"/>
                <a:cs typeface="Arial"/>
              </a:rPr>
              <a:t>اختبار الأحمال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B88991-B8BD-448D-9EF3-759B7AD6A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667250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900" b="0" lang="ar-SA">
                <a:solidFill>
                  <a:srgbClr val="526779"/>
                </a:solidFill>
                <a:latin typeface="Arial"/>
                <a:ea typeface="Arial"/>
                <a:cs typeface="Arial"/>
              </a:rPr>
              <a:t>اختبار حجم البيانات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E509BA-A506-4482-8526-2D5AB1BD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83832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الشهر ٥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6679C78-211B-4558-819D-1345B2EA5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3124200"/>
            <a:ext cx="1314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1">
                <a:solidFill>
                  <a:srgbClr val="1230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defRPr sz="1200" b="1">
                <a:solidFill>
                  <a:srgbClr val="12304B"/>
                </a:solidFill>
                <a:latin typeface="Arial"/>
                <a:ea typeface="Arial"/>
                <a:cs typeface="Arial"/>
              </a:defRPr>
            </a:pPr>
            <a:r>
              <a:rPr sz="1200" b="1" lang="ar-SA">
                <a:solidFill>
                  <a:srgbClr val="12304B"/>
                </a:solidFill>
                <a:latin typeface="Arial"/>
                <a:ea typeface="Arial"/>
                <a:cs typeface="Arial"/>
              </a:rPr>
              <a:t>التحسينات</a:t>
            </a:r>
          </a:p>
          <a:p xmlns:a="http://schemas.openxmlformats.org/drawingml/2006/main">
            <a:pPr algn="r" rtl="1">
              <a:defRPr sz="1200" b="1">
                <a:solidFill>
                  <a:srgbClr val="12304B"/>
                </a:solidFill>
                <a:latin typeface="Arial"/>
                <a:ea typeface="Arial"/>
                <a:cs typeface="Arial"/>
              </a:defRPr>
            </a:pPr>
            <a:r>
              <a:rPr sz="1200" b="1" lang="ar-SA">
                <a:solidFill>
                  <a:srgbClr val="12304B"/>
                </a:solidFill>
                <a:latin typeface="Arial"/>
                <a:ea typeface="Arial"/>
                <a:cs typeface="Arial"/>
              </a:rPr>
              <a:t>ومعالجة المشكلات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17EB785-B373-47AF-A8F0-533195B8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781425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900" b="0" lang="ar-SA">
                <a:solidFill>
                  <a:srgbClr val="526779"/>
                </a:solidFill>
                <a:latin typeface="Arial"/>
                <a:ea typeface="Arial"/>
                <a:cs typeface="Arial"/>
              </a:rPr>
              <a:t>تحسينات واجهة المستخدم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82EE255-76E0-4CEB-9BFD-CB1ABB090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076700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900" b="0" lang="ar-SA">
                <a:solidFill>
                  <a:srgbClr val="526779"/>
                </a:solidFill>
                <a:latin typeface="Arial"/>
                <a:ea typeface="Arial"/>
                <a:cs typeface="Arial"/>
              </a:rPr>
              <a:t>طلبات التغيير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0FB6D81-8AC4-4BEA-A739-3F6DC0979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371975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900" b="0" lang="ar-SA">
                <a:solidFill>
                  <a:srgbClr val="526779"/>
                </a:solidFill>
                <a:latin typeface="Arial"/>
                <a:ea typeface="Arial"/>
                <a:cs typeface="Arial"/>
              </a:rPr>
              <a:t>إصلاح الأخطاء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E31FD77-7162-4143-B327-22208EF58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83832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الشهر ٦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C5AA8DF-041C-43CD-B08F-6DA365949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1314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1">
                <a:solidFill>
                  <a:srgbClr val="1230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defRPr sz="1200" b="1">
                <a:solidFill>
                  <a:srgbClr val="12304B"/>
                </a:solidFill>
                <a:latin typeface="Arial"/>
                <a:ea typeface="Arial"/>
                <a:cs typeface="Arial"/>
              </a:defRPr>
            </a:pPr>
            <a:r>
              <a:rPr sz="1200" b="1" lang="ar-SA">
                <a:solidFill>
                  <a:srgbClr val="12304B"/>
                </a:solidFill>
                <a:latin typeface="Arial"/>
                <a:ea typeface="Arial"/>
                <a:cs typeface="Arial"/>
              </a:rPr>
              <a:t>التوثيق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93D5217-046F-4C11-B6A7-9A74981AC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781425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900" b="0" lang="ar-SA">
                <a:solidFill>
                  <a:srgbClr val="526779"/>
                </a:solidFill>
                <a:latin typeface="Arial"/>
                <a:ea typeface="Arial"/>
                <a:cs typeface="Arial"/>
              </a:rPr>
              <a:t>دليل المستخدم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5BA65D6-1B63-4D33-9FCF-EF79889E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076700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900" b="0" lang="ar-SA">
                <a:solidFill>
                  <a:srgbClr val="526779"/>
                </a:solidFill>
                <a:latin typeface="Arial"/>
                <a:ea typeface="Arial"/>
                <a:cs typeface="Arial"/>
              </a:rPr>
              <a:t>أدلة المسؤولين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D56487F-58EB-4CCC-911C-5054AEFB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371975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900" b="0" lang="ar-SA">
                <a:solidFill>
                  <a:srgbClr val="526779"/>
                </a:solidFill>
                <a:latin typeface="Arial"/>
                <a:ea typeface="Arial"/>
                <a:cs typeface="Arial"/>
              </a:rPr>
              <a:t>توثيق النظام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ACF56DD-C5E6-421E-9E95-5650C97FE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667250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900" b="0" lang="ar-SA">
                <a:solidFill>
                  <a:srgbClr val="526779"/>
                </a:solidFill>
                <a:latin typeface="Arial"/>
                <a:ea typeface="Arial"/>
                <a:cs typeface="Arial"/>
              </a:rPr>
              <a:t>توثيق العمليات التشغيلية</a:t>
            </a:r>
          </a:p>
        </p:txBody>
      </p:sp>
    </p:spTree>
    <p:extLst>
      <p:ext uri="{BB962C8B-B14F-4D97-AF65-F5344CB8AC3E}">
        <p14:creationId xmlns:p14="http://schemas.microsoft.com/office/powerpoint/2010/main" val="2179883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2026-10-15T05:04:02.5440000Z</dcterms:created>
  <dcterms:modified xsi:type="dcterms:W3CDTF">2026-10-15T05:04:02.5440000Z</dcterms:modified>
</coreProperties>
</file>